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eague Spartan" charset="1" panose="00000800000000000000"/>
      <p:regular r:id="rId23"/>
    </p:embeddedFont>
    <p:embeddedFont>
      <p:font typeface="Source Sans Pro" charset="1" panose="020B0503030403020204"/>
      <p:regular r:id="rId24"/>
    </p:embeddedFont>
    <p:embeddedFont>
      <p:font typeface="Source Sans Pro Bold" charset="1" panose="020B0703030403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0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16" y="5979909"/>
            <a:ext cx="4804968" cy="4333207"/>
          </a:xfrm>
          <a:custGeom>
            <a:avLst/>
            <a:gdLst/>
            <a:ahLst/>
            <a:cxnLst/>
            <a:rect r="r" b="b" t="t" l="l"/>
            <a:pathLst>
              <a:path h="4333207" w="4804968">
                <a:moveTo>
                  <a:pt x="0" y="0"/>
                </a:moveTo>
                <a:lnTo>
                  <a:pt x="4804968" y="0"/>
                </a:lnTo>
                <a:lnTo>
                  <a:pt x="4804968" y="4333207"/>
                </a:lnTo>
                <a:lnTo>
                  <a:pt x="0" y="4333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5377" y="3156973"/>
            <a:ext cx="14077246" cy="225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2"/>
              </a:lnSpc>
            </a:pPr>
            <a:r>
              <a:rPr lang="en-US" sz="14346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SIMPLEGAN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3914" y="1118504"/>
            <a:ext cx="536722" cy="358140"/>
          </a:xfrm>
          <a:custGeom>
            <a:avLst/>
            <a:gdLst/>
            <a:ahLst/>
            <a:cxnLst/>
            <a:rect r="r" b="b" t="t" l="l"/>
            <a:pathLst>
              <a:path h="358140" w="536722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59050" y="1671661"/>
            <a:ext cx="6369901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4931" y="5628101"/>
            <a:ext cx="9639574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Kelompok 5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13222015 Aira Ardistya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13222081 Mahardhika Putra Adipratama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13222107 Fairuz Apuilla Rahagi</a:t>
            </a:r>
          </a:p>
          <a:p>
            <a:pPr algn="ctr">
              <a:lnSpc>
                <a:spcPts val="50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64831" y="1076666"/>
            <a:ext cx="39522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82B5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UNIVERSITAS BORCELLE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3487870" y="-26013"/>
            <a:ext cx="4800130" cy="4328844"/>
          </a:xfrm>
          <a:custGeom>
            <a:avLst/>
            <a:gdLst/>
            <a:ahLst/>
            <a:cxnLst/>
            <a:rect r="r" b="b" t="t" l="l"/>
            <a:pathLst>
              <a:path h="4328844" w="4800130">
                <a:moveTo>
                  <a:pt x="4800130" y="4328844"/>
                </a:moveTo>
                <a:lnTo>
                  <a:pt x="0" y="4328844"/>
                </a:lnTo>
                <a:lnTo>
                  <a:pt x="0" y="0"/>
                </a:lnTo>
                <a:lnTo>
                  <a:pt x="4800130" y="0"/>
                </a:lnTo>
                <a:lnTo>
                  <a:pt x="4800130" y="43288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3416" y="5157025"/>
            <a:ext cx="5507745" cy="5463326"/>
          </a:xfrm>
          <a:prstGeom prst="line">
            <a:avLst/>
          </a:prstGeom>
          <a:ln cap="flat" w="38100">
            <a:solidFill>
              <a:srgbClr val="16BE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3033718" y="-137136"/>
            <a:ext cx="5502199" cy="5457825"/>
          </a:xfrm>
          <a:prstGeom prst="line">
            <a:avLst/>
          </a:prstGeom>
          <a:ln cap="flat" w="38100">
            <a:solidFill>
              <a:srgbClr val="16BEC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961937" y="8159245"/>
            <a:ext cx="2329981" cy="2225486"/>
          </a:xfrm>
          <a:prstGeom prst="line">
            <a:avLst/>
          </a:prstGeom>
          <a:ln cap="flat" w="38100">
            <a:solidFill>
              <a:srgbClr val="0053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998381" y="-13294"/>
            <a:ext cx="2327635" cy="2223245"/>
          </a:xfrm>
          <a:prstGeom prst="line">
            <a:avLst/>
          </a:prstGeom>
          <a:ln cap="flat" w="38100">
            <a:solidFill>
              <a:srgbClr val="0053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924757" y="0"/>
            <a:ext cx="4363243" cy="5633626"/>
          </a:xfrm>
          <a:custGeom>
            <a:avLst/>
            <a:gdLst/>
            <a:ahLst/>
            <a:cxnLst/>
            <a:rect r="r" b="b" t="t" l="l"/>
            <a:pathLst>
              <a:path h="5633626" w="4363243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45565" y="723900"/>
            <a:ext cx="6205452" cy="1029996"/>
            <a:chOff x="0" y="0"/>
            <a:chExt cx="1634358" cy="271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4358" cy="271275"/>
            </a:xfrm>
            <a:custGeom>
              <a:avLst/>
              <a:gdLst/>
              <a:ahLst/>
              <a:cxnLst/>
              <a:rect r="r" b="b" t="t" l="l"/>
              <a:pathLst>
                <a:path h="271275" w="1634358">
                  <a:moveTo>
                    <a:pt x="124760" y="0"/>
                  </a:moveTo>
                  <a:lnTo>
                    <a:pt x="1509598" y="0"/>
                  </a:lnTo>
                  <a:cubicBezTo>
                    <a:pt x="1542686" y="0"/>
                    <a:pt x="1574419" y="13144"/>
                    <a:pt x="1597816" y="36541"/>
                  </a:cubicBezTo>
                  <a:cubicBezTo>
                    <a:pt x="1621213" y="59938"/>
                    <a:pt x="1634358" y="91672"/>
                    <a:pt x="1634358" y="124760"/>
                  </a:cubicBezTo>
                  <a:lnTo>
                    <a:pt x="1634358" y="146515"/>
                  </a:lnTo>
                  <a:cubicBezTo>
                    <a:pt x="1634358" y="215418"/>
                    <a:pt x="1578501" y="271275"/>
                    <a:pt x="1509598" y="271275"/>
                  </a:cubicBezTo>
                  <a:lnTo>
                    <a:pt x="124760" y="271275"/>
                  </a:lnTo>
                  <a:cubicBezTo>
                    <a:pt x="55857" y="271275"/>
                    <a:pt x="0" y="215418"/>
                    <a:pt x="0" y="146515"/>
                  </a:cubicBezTo>
                  <a:lnTo>
                    <a:pt x="0" y="124760"/>
                  </a:lnTo>
                  <a:cubicBezTo>
                    <a:pt x="0" y="91672"/>
                    <a:pt x="13144" y="59938"/>
                    <a:pt x="36541" y="36541"/>
                  </a:cubicBezTo>
                  <a:cubicBezTo>
                    <a:pt x="59938" y="13144"/>
                    <a:pt x="91672" y="0"/>
                    <a:pt x="124760" y="0"/>
                  </a:cubicBezTo>
                  <a:close/>
                </a:path>
              </a:pathLst>
            </a:custGeom>
            <a:solidFill>
              <a:srgbClr val="0170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34358" cy="31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6764" y="1056934"/>
            <a:ext cx="536722" cy="358140"/>
          </a:xfrm>
          <a:custGeom>
            <a:avLst/>
            <a:gdLst/>
            <a:ahLst/>
            <a:cxnLst/>
            <a:rect r="r" b="b" t="t" l="l"/>
            <a:pathLst>
              <a:path h="358140" w="536722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284026" y="9105900"/>
            <a:ext cx="910829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7681" y="1015096"/>
            <a:ext cx="39522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PREVIOUSLY...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764" y="3014903"/>
            <a:ext cx="8027236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PWL TanH dan Sigmoid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736" y="3913428"/>
            <a:ext cx="14989614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Telah dilakukan percobaan untuk aktivasi neuron menggunakan PWL agar dapat diimplementasikan ke FPGA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3736" y="6128926"/>
            <a:ext cx="13641055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Sudah melakukan pelatihan model sehingga didapatkan weight, biases, dan feature dari DCGAN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2786" y="5230401"/>
            <a:ext cx="8027236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Pelatihan Weight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3924757" y="0"/>
            <a:ext cx="4363243" cy="5633626"/>
          </a:xfrm>
          <a:custGeom>
            <a:avLst/>
            <a:gdLst/>
            <a:ahLst/>
            <a:cxnLst/>
            <a:rect r="r" b="b" t="t" l="l"/>
            <a:pathLst>
              <a:path h="5633626" w="4363243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45565" y="723900"/>
            <a:ext cx="6205452" cy="1029996"/>
            <a:chOff x="0" y="0"/>
            <a:chExt cx="1634358" cy="2712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34358" cy="271275"/>
            </a:xfrm>
            <a:custGeom>
              <a:avLst/>
              <a:gdLst/>
              <a:ahLst/>
              <a:cxnLst/>
              <a:rect r="r" b="b" t="t" l="l"/>
              <a:pathLst>
                <a:path h="271275" w="1634358">
                  <a:moveTo>
                    <a:pt x="124760" y="0"/>
                  </a:moveTo>
                  <a:lnTo>
                    <a:pt x="1509598" y="0"/>
                  </a:lnTo>
                  <a:cubicBezTo>
                    <a:pt x="1542686" y="0"/>
                    <a:pt x="1574419" y="13144"/>
                    <a:pt x="1597816" y="36541"/>
                  </a:cubicBezTo>
                  <a:cubicBezTo>
                    <a:pt x="1621213" y="59938"/>
                    <a:pt x="1634358" y="91672"/>
                    <a:pt x="1634358" y="124760"/>
                  </a:cubicBezTo>
                  <a:lnTo>
                    <a:pt x="1634358" y="146515"/>
                  </a:lnTo>
                  <a:cubicBezTo>
                    <a:pt x="1634358" y="215418"/>
                    <a:pt x="1578501" y="271275"/>
                    <a:pt x="1509598" y="271275"/>
                  </a:cubicBezTo>
                  <a:lnTo>
                    <a:pt x="124760" y="271275"/>
                  </a:lnTo>
                  <a:cubicBezTo>
                    <a:pt x="55857" y="271275"/>
                    <a:pt x="0" y="215418"/>
                    <a:pt x="0" y="146515"/>
                  </a:cubicBezTo>
                  <a:lnTo>
                    <a:pt x="0" y="124760"/>
                  </a:lnTo>
                  <a:cubicBezTo>
                    <a:pt x="0" y="91672"/>
                    <a:pt x="13144" y="59938"/>
                    <a:pt x="36541" y="36541"/>
                  </a:cubicBezTo>
                  <a:cubicBezTo>
                    <a:pt x="59938" y="13144"/>
                    <a:pt x="91672" y="0"/>
                    <a:pt x="124760" y="0"/>
                  </a:cubicBezTo>
                  <a:close/>
                </a:path>
              </a:pathLst>
            </a:custGeom>
            <a:solidFill>
              <a:srgbClr val="01707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34358" cy="31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16764" y="1056934"/>
            <a:ext cx="536722" cy="358140"/>
          </a:xfrm>
          <a:custGeom>
            <a:avLst/>
            <a:gdLst/>
            <a:ahLst/>
            <a:cxnLst/>
            <a:rect r="r" b="b" t="t" l="l"/>
            <a:pathLst>
              <a:path h="358140" w="536722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7921" y="4087400"/>
            <a:ext cx="724871" cy="7248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9328" y="4148185"/>
            <a:ext cx="8027236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Implementasi pada FPGA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19581" y="9105900"/>
            <a:ext cx="1039719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7681" y="1015096"/>
            <a:ext cx="395220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NOW...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3736" y="2543930"/>
            <a:ext cx="10880967" cy="10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SIMPLEGAN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9328" y="4897045"/>
            <a:ext cx="11735429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Dari PWL yang telah dibuat, lakukan simulasi implementasi hardware.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Desain simpleGAN sehingga  weight, biases, dan feature akan dibuat kembali (menggunakan MatLab)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Implementasi menggunakan PWL 9 slice dengan format Q4.12 untuk tanh dan sigmoid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3914" y="1118504"/>
            <a:ext cx="536722" cy="358140"/>
          </a:xfrm>
          <a:custGeom>
            <a:avLst/>
            <a:gdLst/>
            <a:ahLst/>
            <a:cxnLst/>
            <a:rect r="r" b="b" t="t" l="l"/>
            <a:pathLst>
              <a:path h="358140" w="536722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0386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5574" y="2423489"/>
            <a:ext cx="12482781" cy="10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211" y="3920712"/>
            <a:ext cx="14756117" cy="42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-Implementasikan desain RTL GAN Level 1 pada PPT LSI Contest.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-Desain terdiri atas Diskriminator dan Generator.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-Untuk nilai weight bisa mengacu pada ppt. Jika belum ada, bisa digunakan bilangan pecahan random antara [0,1).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-Lakukan simulasi fungsional model komputasi MATLAB referensi yang disediakan di website LSI.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-Pendekatan arsitektur bisa diimplementasikan dengan Pipeline, Paralel, dan juga penggunaan memori untuk mempercepat/mengefisienkan area pada desain kita.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-Simulasikan desain kalian menggunakan testbench di verilog simulator dan buatlah laporannya dengan PPT secara detil dan jelas.</a:t>
            </a:r>
          </a:p>
        </p:txBody>
      </p:sp>
      <p:grpSp>
        <p:nvGrpSpPr>
          <p:cNvPr name="Group 9" id="9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73914" y="4022629"/>
            <a:ext cx="333749" cy="321612"/>
          </a:xfrm>
          <a:custGeom>
            <a:avLst/>
            <a:gdLst/>
            <a:ahLst/>
            <a:cxnLst/>
            <a:rect r="r" b="b" t="t" l="l"/>
            <a:pathLst>
              <a:path h="321612" w="333749">
                <a:moveTo>
                  <a:pt x="0" y="0"/>
                </a:moveTo>
                <a:lnTo>
                  <a:pt x="333749" y="0"/>
                </a:lnTo>
                <a:lnTo>
                  <a:pt x="333749" y="321613"/>
                </a:lnTo>
                <a:lnTo>
                  <a:pt x="0" y="3216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2915669"/>
            <a:ext cx="18386023" cy="5377912"/>
          </a:xfrm>
          <a:custGeom>
            <a:avLst/>
            <a:gdLst/>
            <a:ahLst/>
            <a:cxnLst/>
            <a:rect r="r" b="b" t="t" l="l"/>
            <a:pathLst>
              <a:path h="5377912" w="18386023">
                <a:moveTo>
                  <a:pt x="0" y="0"/>
                </a:moveTo>
                <a:lnTo>
                  <a:pt x="18386023" y="0"/>
                </a:lnTo>
                <a:lnTo>
                  <a:pt x="18386023" y="5377912"/>
                </a:lnTo>
                <a:lnTo>
                  <a:pt x="0" y="5377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914" y="781415"/>
            <a:ext cx="12482781" cy="10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ARSITEKTUR HW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085840"/>
            <a:ext cx="1017793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TIME-MULTIPLEXED SEMI-PARALLEL ARCHITECTURE WITH ROM-BASED STORAGE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924757" y="0"/>
            <a:ext cx="4363243" cy="5633626"/>
          </a:xfrm>
          <a:custGeom>
            <a:avLst/>
            <a:gdLst/>
            <a:ahLst/>
            <a:cxnLst/>
            <a:rect r="r" b="b" t="t" l="l"/>
            <a:pathLst>
              <a:path h="5633626" w="4363243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45565" y="723900"/>
            <a:ext cx="6205452" cy="1029996"/>
            <a:chOff x="0" y="0"/>
            <a:chExt cx="1634358" cy="2712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4358" cy="271275"/>
            </a:xfrm>
            <a:custGeom>
              <a:avLst/>
              <a:gdLst/>
              <a:ahLst/>
              <a:cxnLst/>
              <a:rect r="r" b="b" t="t" l="l"/>
              <a:pathLst>
                <a:path h="271275" w="1634358">
                  <a:moveTo>
                    <a:pt x="124760" y="0"/>
                  </a:moveTo>
                  <a:lnTo>
                    <a:pt x="1509598" y="0"/>
                  </a:lnTo>
                  <a:cubicBezTo>
                    <a:pt x="1542686" y="0"/>
                    <a:pt x="1574419" y="13144"/>
                    <a:pt x="1597816" y="36541"/>
                  </a:cubicBezTo>
                  <a:cubicBezTo>
                    <a:pt x="1621213" y="59938"/>
                    <a:pt x="1634358" y="91672"/>
                    <a:pt x="1634358" y="124760"/>
                  </a:cubicBezTo>
                  <a:lnTo>
                    <a:pt x="1634358" y="146515"/>
                  </a:lnTo>
                  <a:cubicBezTo>
                    <a:pt x="1634358" y="215418"/>
                    <a:pt x="1578501" y="271275"/>
                    <a:pt x="1509598" y="271275"/>
                  </a:cubicBezTo>
                  <a:lnTo>
                    <a:pt x="124760" y="271275"/>
                  </a:lnTo>
                  <a:cubicBezTo>
                    <a:pt x="55857" y="271275"/>
                    <a:pt x="0" y="215418"/>
                    <a:pt x="0" y="146515"/>
                  </a:cubicBezTo>
                  <a:lnTo>
                    <a:pt x="0" y="124760"/>
                  </a:lnTo>
                  <a:cubicBezTo>
                    <a:pt x="0" y="91672"/>
                    <a:pt x="13144" y="59938"/>
                    <a:pt x="36541" y="36541"/>
                  </a:cubicBezTo>
                  <a:cubicBezTo>
                    <a:pt x="59938" y="13144"/>
                    <a:pt x="91672" y="0"/>
                    <a:pt x="124760" y="0"/>
                  </a:cubicBezTo>
                  <a:close/>
                </a:path>
              </a:pathLst>
            </a:custGeom>
            <a:solidFill>
              <a:srgbClr val="0170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34358" cy="31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6764" y="1056934"/>
            <a:ext cx="536722" cy="358140"/>
          </a:xfrm>
          <a:custGeom>
            <a:avLst/>
            <a:gdLst/>
            <a:ahLst/>
            <a:cxnLst/>
            <a:rect r="r" b="b" t="t" l="l"/>
            <a:pathLst>
              <a:path h="358140" w="536722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1874" y="4685522"/>
            <a:ext cx="15404253" cy="3722694"/>
          </a:xfrm>
          <a:custGeom>
            <a:avLst/>
            <a:gdLst/>
            <a:ahLst/>
            <a:cxnLst/>
            <a:rect r="r" b="b" t="t" l="l"/>
            <a:pathLst>
              <a:path h="3722694" w="15404253">
                <a:moveTo>
                  <a:pt x="0" y="0"/>
                </a:moveTo>
                <a:lnTo>
                  <a:pt x="15404252" y="0"/>
                </a:lnTo>
                <a:lnTo>
                  <a:pt x="15404252" y="3722695"/>
                </a:lnTo>
                <a:lnTo>
                  <a:pt x="0" y="37226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012238" y="9105900"/>
            <a:ext cx="1454405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6764" y="1866939"/>
            <a:ext cx="14213375" cy="205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ARSITEKTUR DISCRIMINATOR/GENERATOR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9929" y="2835640"/>
            <a:ext cx="16828143" cy="5630988"/>
          </a:xfrm>
          <a:custGeom>
            <a:avLst/>
            <a:gdLst/>
            <a:ahLst/>
            <a:cxnLst/>
            <a:rect r="r" b="b" t="t" l="l"/>
            <a:pathLst>
              <a:path h="5630988" w="16828143">
                <a:moveTo>
                  <a:pt x="0" y="0"/>
                </a:moveTo>
                <a:lnTo>
                  <a:pt x="16828142" y="0"/>
                </a:lnTo>
                <a:lnTo>
                  <a:pt x="16828142" y="5630987"/>
                </a:lnTo>
                <a:lnTo>
                  <a:pt x="0" y="5630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077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914" y="781415"/>
            <a:ext cx="12482781" cy="205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FLOWCHART FIXED POINT MAC UNIT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3128299"/>
            <a:ext cx="18288000" cy="2272689"/>
          </a:xfrm>
          <a:custGeom>
            <a:avLst/>
            <a:gdLst/>
            <a:ahLst/>
            <a:cxnLst/>
            <a:rect r="r" b="b" t="t" l="l"/>
            <a:pathLst>
              <a:path h="2272689" w="18288000">
                <a:moveTo>
                  <a:pt x="0" y="0"/>
                </a:moveTo>
                <a:lnTo>
                  <a:pt x="18288000" y="0"/>
                </a:lnTo>
                <a:lnTo>
                  <a:pt x="18288000" y="2272689"/>
                </a:lnTo>
                <a:lnTo>
                  <a:pt x="0" y="2272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758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914" y="781415"/>
            <a:ext cx="12482781" cy="10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FLOWCHART GENERATOR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671" y="6061667"/>
            <a:ext cx="18280329" cy="2450228"/>
          </a:xfrm>
          <a:custGeom>
            <a:avLst/>
            <a:gdLst/>
            <a:ahLst/>
            <a:cxnLst/>
            <a:rect r="r" b="b" t="t" l="l"/>
            <a:pathLst>
              <a:path h="2450228" w="18280329">
                <a:moveTo>
                  <a:pt x="0" y="0"/>
                </a:moveTo>
                <a:lnTo>
                  <a:pt x="18280329" y="0"/>
                </a:lnTo>
                <a:lnTo>
                  <a:pt x="18280329" y="2450228"/>
                </a:lnTo>
                <a:lnTo>
                  <a:pt x="0" y="2450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318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3137611"/>
            <a:ext cx="18288000" cy="2315299"/>
          </a:xfrm>
          <a:custGeom>
            <a:avLst/>
            <a:gdLst/>
            <a:ahLst/>
            <a:cxnLst/>
            <a:rect r="r" b="b" t="t" l="l"/>
            <a:pathLst>
              <a:path h="2315299" w="18288000">
                <a:moveTo>
                  <a:pt x="0" y="0"/>
                </a:moveTo>
                <a:lnTo>
                  <a:pt x="18288000" y="0"/>
                </a:lnTo>
                <a:lnTo>
                  <a:pt x="18288000" y="2315299"/>
                </a:lnTo>
                <a:lnTo>
                  <a:pt x="0" y="23152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8755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914" y="781415"/>
            <a:ext cx="13051346" cy="10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FLOWCHART DISCRIMINATOR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6116420"/>
            <a:ext cx="18288000" cy="2489183"/>
          </a:xfrm>
          <a:custGeom>
            <a:avLst/>
            <a:gdLst/>
            <a:ahLst/>
            <a:cxnLst/>
            <a:rect r="r" b="b" t="t" l="l"/>
            <a:pathLst>
              <a:path h="2489183" w="18288000">
                <a:moveTo>
                  <a:pt x="0" y="0"/>
                </a:moveTo>
                <a:lnTo>
                  <a:pt x="18288000" y="0"/>
                </a:lnTo>
                <a:lnTo>
                  <a:pt x="18288000" y="2489183"/>
                </a:lnTo>
                <a:lnTo>
                  <a:pt x="0" y="24891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1644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4022629"/>
            <a:ext cx="333749" cy="321612"/>
          </a:xfrm>
          <a:custGeom>
            <a:avLst/>
            <a:gdLst/>
            <a:ahLst/>
            <a:cxnLst/>
            <a:rect r="r" b="b" t="t" l="l"/>
            <a:pathLst>
              <a:path h="321612" w="333749">
                <a:moveTo>
                  <a:pt x="0" y="0"/>
                </a:moveTo>
                <a:lnTo>
                  <a:pt x="333749" y="0"/>
                </a:lnTo>
                <a:lnTo>
                  <a:pt x="333749" y="321613"/>
                </a:lnTo>
                <a:lnTo>
                  <a:pt x="0" y="321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4336" y="2415147"/>
            <a:ext cx="14261569" cy="7576458"/>
          </a:xfrm>
          <a:custGeom>
            <a:avLst/>
            <a:gdLst/>
            <a:ahLst/>
            <a:cxnLst/>
            <a:rect r="r" b="b" t="t" l="l"/>
            <a:pathLst>
              <a:path h="7576458" w="14261569">
                <a:moveTo>
                  <a:pt x="0" y="0"/>
                </a:moveTo>
                <a:lnTo>
                  <a:pt x="14261569" y="0"/>
                </a:lnTo>
                <a:lnTo>
                  <a:pt x="14261569" y="7576458"/>
                </a:lnTo>
                <a:lnTo>
                  <a:pt x="0" y="75764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57267"/>
            <a:ext cx="12482781" cy="102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SIMULASI MATLAB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3914" y="1137785"/>
            <a:ext cx="1248278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SIMULASI GENERATOR DENGAN WEIGHT, BIAS, DAN INPUT RANDOM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3000" y="3592830"/>
            <a:ext cx="6243659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 Case 0 Completed at time       1185000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Input Z: f3b5, 0b9f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Pixels Out (Hex):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[0762 0765 0a05]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[08d8 0969 0af7]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[049f 05fb 0714]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43536" y="3592830"/>
            <a:ext cx="6223353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 Case 1 Completed at time       2295000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Input Z: 03f2, fa97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Pixels Out (Hex):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[062d 0772 0637]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[050e 059c 0738]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[0878 0c93 065c]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aphicFrame>
        <p:nvGraphicFramePr>
          <p:cNvPr name="Object 11" id="11"/>
          <p:cNvGraphicFramePr/>
          <p:nvPr/>
        </p:nvGraphicFramePr>
        <p:xfrm>
          <a:off x="2724989" y="3094270"/>
          <a:ext cx="9429750" cy="2514600"/>
        </p:xfrm>
        <a:graphic>
          <a:graphicData uri="http://schemas.openxmlformats.org/presentationml/2006/ole">
            <p:oleObj imgW="11315700" imgH="4394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914" y="1137785"/>
            <a:ext cx="12482781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SIMULASI GENERATOR DENGAN WEIGHT, BIAS, DAN INPUT RANDOM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3914" y="1137785"/>
            <a:ext cx="12482781" cy="187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SIMULASI GENERATOR DAN DISCRIMINATOR DENGAN WEIGHT, BIAS, DAN INPUT RANDOM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3000" y="3592830"/>
            <a:ext cx="6243659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 Case 0: Input Noise [f3b5, 0b9f]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Generator Done. Image Generated.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Pixels: 0762 0765 0a05 ...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Discriminator Done.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Decision Score (Real/Fake): 069d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Verdict: FAKE (Score &lt;= 0.5)</a:t>
            </a:r>
          </a:p>
          <a:p>
            <a:pPr algn="l">
              <a:lnSpc>
                <a:spcPts val="377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43536" y="3592830"/>
            <a:ext cx="6223353" cy="331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 Case 1: Input Noise [03f2, fa97]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Generator Done. Image Generated.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Pixels: 062d 0772 0637 ...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Discriminator Done.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Decision Score (Real/Fake): 071d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-&gt; Verdict: FAKE (Score &lt;= 0.5)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321685" y="3776937"/>
            <a:ext cx="4276373" cy="4276373"/>
          </a:xfrm>
          <a:custGeom>
            <a:avLst/>
            <a:gdLst/>
            <a:ahLst/>
            <a:cxnLst/>
            <a:rect r="r" b="b" t="t" l="l"/>
            <a:pathLst>
              <a:path h="4276373" w="4276373">
                <a:moveTo>
                  <a:pt x="0" y="0"/>
                </a:moveTo>
                <a:lnTo>
                  <a:pt x="4276373" y="0"/>
                </a:lnTo>
                <a:lnTo>
                  <a:pt x="4276373" y="4276374"/>
                </a:lnTo>
                <a:lnTo>
                  <a:pt x="0" y="4276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48639" y="3776937"/>
            <a:ext cx="4276373" cy="4276373"/>
          </a:xfrm>
          <a:custGeom>
            <a:avLst/>
            <a:gdLst/>
            <a:ahLst/>
            <a:cxnLst/>
            <a:rect r="r" b="b" t="t" l="l"/>
            <a:pathLst>
              <a:path h="4276373" w="4276373">
                <a:moveTo>
                  <a:pt x="0" y="0"/>
                </a:moveTo>
                <a:lnTo>
                  <a:pt x="4276373" y="0"/>
                </a:lnTo>
                <a:lnTo>
                  <a:pt x="4276373" y="4276374"/>
                </a:lnTo>
                <a:lnTo>
                  <a:pt x="0" y="4276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94342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3914" y="1137785"/>
            <a:ext cx="12482781" cy="187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SIMULASI GENERATOR DAN DISCRIMINATOR DENGAN WEIGHT, BIAS, DAN INPUT RANDOM (OUTPUT GAMBAR)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3914" y="781415"/>
            <a:ext cx="12482781" cy="205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5"/>
              </a:lnSpc>
            </a:pPr>
            <a:r>
              <a:rPr lang="en-US" sz="6500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PENGAMBILAN WEIGHT DAN BIAS DARI MATLAB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3211" y="3920712"/>
            <a:ext cx="7077005" cy="569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dlmwrite('trained_Wg1.txt', Wg2, 'delimiter', ' ');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dlmwrite('trained_bg1.txt', bg2, 'delimiter', ' ');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dlmwrite('trained_Wg2.txt', Wg3, 'delimiter', ' ');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dlmwrite('trained_bg2.txt', bg3, 'delimiter', ' ');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% Simpan Bobot Discriminator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dlmwrite('trained_Wd1.txt', Wd2, 'delimiter', ' ');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dlmwrite('trained_bd1.txt', bd2, 'delimiter', ' ');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dlmwrite('trained_Wd2.txt', Wd3, 'delimiter', ' ');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dlmwrite('trained_bd2.txt', bd3, 'delimiter', ' ');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fprintf('Bobot berhasil diekspor ke file .txt\n');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73914" y="4022629"/>
            <a:ext cx="333749" cy="321612"/>
          </a:xfrm>
          <a:custGeom>
            <a:avLst/>
            <a:gdLst/>
            <a:ahLst/>
            <a:cxnLst/>
            <a:rect r="r" b="b" t="t" l="l"/>
            <a:pathLst>
              <a:path h="321612" w="333749">
                <a:moveTo>
                  <a:pt x="0" y="0"/>
                </a:moveTo>
                <a:lnTo>
                  <a:pt x="333749" y="0"/>
                </a:lnTo>
                <a:lnTo>
                  <a:pt x="333749" y="321613"/>
                </a:lnTo>
                <a:lnTo>
                  <a:pt x="0" y="321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85839" y="3975004"/>
            <a:ext cx="7352483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535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Hasil pengmabilan bobot lalu di konversi ke Hex dan dibuah kedalam format .mem menggunakan </a:t>
            </a:r>
            <a:r>
              <a:rPr lang="en-US" sz="2700" b="true">
                <a:solidFill>
                  <a:srgbClr val="005359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convert_matlab_weights.py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7385165"/>
            <a:ext cx="2247471" cy="2901835"/>
          </a:xfrm>
          <a:custGeom>
            <a:avLst/>
            <a:gdLst/>
            <a:ahLst/>
            <a:cxnLst/>
            <a:rect r="r" b="b" t="t" l="l"/>
            <a:pathLst>
              <a:path h="2901835" w="2247471">
                <a:moveTo>
                  <a:pt x="2247471" y="0"/>
                </a:moveTo>
                <a:lnTo>
                  <a:pt x="0" y="0"/>
                </a:lnTo>
                <a:lnTo>
                  <a:pt x="0" y="2901835"/>
                </a:lnTo>
                <a:lnTo>
                  <a:pt x="2247471" y="2901835"/>
                </a:lnTo>
                <a:lnTo>
                  <a:pt x="22474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14677440" y="1857895"/>
            <a:ext cx="5661931" cy="909280"/>
            <a:chOff x="0" y="0"/>
            <a:chExt cx="1491208" cy="2394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1208" cy="239481"/>
            </a:xfrm>
            <a:custGeom>
              <a:avLst/>
              <a:gdLst/>
              <a:ahLst/>
              <a:cxnLst/>
              <a:rect r="r" b="b" t="t" l="l"/>
              <a:pathLst>
                <a:path h="239481" w="1491208">
                  <a:moveTo>
                    <a:pt x="0" y="0"/>
                  </a:moveTo>
                  <a:lnTo>
                    <a:pt x="1491208" y="0"/>
                  </a:lnTo>
                  <a:lnTo>
                    <a:pt x="1491208" y="239481"/>
                  </a:lnTo>
                  <a:lnTo>
                    <a:pt x="0" y="239481"/>
                  </a:lnTo>
                  <a:close/>
                </a:path>
              </a:pathLst>
            </a:custGeom>
            <a:solidFill>
              <a:srgbClr val="16BEC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1208" cy="287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5370757" y="2226257"/>
            <a:ext cx="5509531" cy="324955"/>
            <a:chOff x="0" y="0"/>
            <a:chExt cx="1451070" cy="85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51070" cy="85585"/>
            </a:xfrm>
            <a:custGeom>
              <a:avLst/>
              <a:gdLst/>
              <a:ahLst/>
              <a:cxnLst/>
              <a:rect r="r" b="b" t="t" l="l"/>
              <a:pathLst>
                <a:path h="85585" w="1451070">
                  <a:moveTo>
                    <a:pt x="0" y="0"/>
                  </a:moveTo>
                  <a:lnTo>
                    <a:pt x="1451070" y="0"/>
                  </a:lnTo>
                  <a:lnTo>
                    <a:pt x="1451070" y="85585"/>
                  </a:lnTo>
                  <a:lnTo>
                    <a:pt x="0" y="85585"/>
                  </a:lnTo>
                  <a:close/>
                </a:path>
              </a:pathLst>
            </a:custGeom>
            <a:solidFill>
              <a:srgbClr val="CFC5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51070" cy="13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538692" y="3973614"/>
            <a:ext cx="9210616" cy="5198961"/>
          </a:xfrm>
          <a:custGeom>
            <a:avLst/>
            <a:gdLst/>
            <a:ahLst/>
            <a:cxnLst/>
            <a:rect r="r" b="b" t="t" l="l"/>
            <a:pathLst>
              <a:path h="5198961" w="9210616">
                <a:moveTo>
                  <a:pt x="0" y="0"/>
                </a:moveTo>
                <a:lnTo>
                  <a:pt x="9210616" y="0"/>
                </a:lnTo>
                <a:lnTo>
                  <a:pt x="9210616" y="5198961"/>
                </a:lnTo>
                <a:lnTo>
                  <a:pt x="0" y="5198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914" y="1137785"/>
            <a:ext cx="12482781" cy="187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>
                <a:solidFill>
                  <a:srgbClr val="16BEC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HASIL SIMULASI GENERATOR DAN DISCRIMINATOR DENGAN WEIGHT DAN BIAS DARI SIMULASI MATLAB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3914" y="1118504"/>
            <a:ext cx="536722" cy="358140"/>
          </a:xfrm>
          <a:custGeom>
            <a:avLst/>
            <a:gdLst/>
            <a:ahLst/>
            <a:cxnLst/>
            <a:rect r="r" b="b" t="t" l="l"/>
            <a:pathLst>
              <a:path h="358140" w="536722">
                <a:moveTo>
                  <a:pt x="0" y="0"/>
                </a:moveTo>
                <a:lnTo>
                  <a:pt x="536722" y="0"/>
                </a:lnTo>
                <a:lnTo>
                  <a:pt x="536722" y="358140"/>
                </a:lnTo>
                <a:lnTo>
                  <a:pt x="0" y="358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182578" y="8582145"/>
            <a:ext cx="1511485" cy="1409460"/>
          </a:xfrm>
          <a:custGeom>
            <a:avLst/>
            <a:gdLst/>
            <a:ahLst/>
            <a:cxnLst/>
            <a:rect r="r" b="b" t="t" l="l"/>
            <a:pathLst>
              <a:path h="1409460" w="1511485">
                <a:moveTo>
                  <a:pt x="1511486" y="1409460"/>
                </a:moveTo>
                <a:lnTo>
                  <a:pt x="0" y="1409460"/>
                </a:lnTo>
                <a:lnTo>
                  <a:pt x="0" y="0"/>
                </a:lnTo>
                <a:lnTo>
                  <a:pt x="1511486" y="0"/>
                </a:lnTo>
                <a:lnTo>
                  <a:pt x="1511486" y="14094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84817" y="9105900"/>
            <a:ext cx="1909247" cy="62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sz="3697">
                <a:solidFill>
                  <a:srgbClr val="CFC5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3924757" y="0"/>
            <a:ext cx="4363243" cy="5633626"/>
          </a:xfrm>
          <a:custGeom>
            <a:avLst/>
            <a:gdLst/>
            <a:ahLst/>
            <a:cxnLst/>
            <a:rect r="r" b="b" t="t" l="l"/>
            <a:pathLst>
              <a:path h="5633626" w="4363243">
                <a:moveTo>
                  <a:pt x="0" y="5633626"/>
                </a:moveTo>
                <a:lnTo>
                  <a:pt x="4363243" y="5633626"/>
                </a:lnTo>
                <a:lnTo>
                  <a:pt x="4363243" y="0"/>
                </a:lnTo>
                <a:lnTo>
                  <a:pt x="0" y="0"/>
                </a:lnTo>
                <a:lnTo>
                  <a:pt x="0" y="563362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0" y="4533175"/>
            <a:ext cx="4363243" cy="5633626"/>
          </a:xfrm>
          <a:custGeom>
            <a:avLst/>
            <a:gdLst/>
            <a:ahLst/>
            <a:cxnLst/>
            <a:rect r="r" b="b" t="t" l="l"/>
            <a:pathLst>
              <a:path h="5633626" w="4363243">
                <a:moveTo>
                  <a:pt x="4363243" y="0"/>
                </a:moveTo>
                <a:lnTo>
                  <a:pt x="0" y="0"/>
                </a:lnTo>
                <a:lnTo>
                  <a:pt x="0" y="5633626"/>
                </a:lnTo>
                <a:lnTo>
                  <a:pt x="4363243" y="5633626"/>
                </a:lnTo>
                <a:lnTo>
                  <a:pt x="43632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03183" y="3572050"/>
            <a:ext cx="13281634" cy="183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4"/>
              </a:lnSpc>
            </a:pPr>
            <a:r>
              <a:rPr lang="en-US" sz="11707">
                <a:solidFill>
                  <a:srgbClr val="0053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TERIMAKASIH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34686" y="5430980"/>
            <a:ext cx="1061862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ATAS PERHATIANNYA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DAG8B5Gg_Yo</dc:identifier>
  <dcterms:modified xsi:type="dcterms:W3CDTF">2011-08-01T06:04:30Z</dcterms:modified>
  <cp:revision>1</cp:revision>
  <dc:title>UAS VLSI - Kelompok 5</dc:title>
</cp:coreProperties>
</file>